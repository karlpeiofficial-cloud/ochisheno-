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heme" Target="theme/theme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viewProps" Target="viewProps.xml" /><Relationship Id="rId5" Type="http://schemas.openxmlformats.org/officeDocument/2006/relationships/slide" Target="slides/slide4.xml" /><Relationship Id="rId10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625FE-0D61-0DF0-8567-38D46396D6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B73198-E4B4-7D18-F2C7-4B1A98913C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787F15-7EBB-DB1D-796B-21D4C49A6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821A4-453A-8E46-94E1-9E3119E5C54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BFDA6C-48F4-D5A9-D735-3687873B5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E9038-54C4-8849-8580-0DE403307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575DC-22D1-5842-BF6F-9A655706C2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467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49DE4-4429-37B9-DCA0-462D71BFB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5EA81-CF69-747D-6ADD-A7A0D53BE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C56EC-BE63-F691-1579-CD0E92261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821A4-453A-8E46-94E1-9E3119E5C54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C08A6C-84EA-9FC1-683C-53A37B5CB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B75427-BCCD-4EEF-38F6-1B1354445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575DC-22D1-5842-BF6F-9A655706C2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974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66806-7CCF-303A-791A-70828F584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7883BC-521D-47C8-F43A-457D213DF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A9B353-CB2A-06C9-7BE8-D2BCBF4C4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821A4-453A-8E46-94E1-9E3119E5C54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AF1471-F707-4D38-6C5C-1F64F10E1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5CAF3C-B16B-9D65-BD7B-896A07E0D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575DC-22D1-5842-BF6F-9A655706C2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963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4C8C2-3492-EE1A-CA6B-E2993E362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870C8-4D09-86AE-8E1D-C35EB1C9BF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A53E5E-D9B3-C4F7-37A0-C12CA1CB7B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9A4921-B412-DB82-7071-52687C262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821A4-453A-8E46-94E1-9E3119E5C54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C20288-F366-6575-BAC3-D94CF728A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A279B0-4C2F-4770-2880-F4C6E4CFA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575DC-22D1-5842-BF6F-9A655706C2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399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F4DC8-A116-04AF-0C25-E9F05CB9E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FAB994-15EC-91C5-5817-3CD19572E6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7E053-D883-DF80-7239-87CF983B5B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0136A3-AFE7-0DA8-A457-8AD1B85322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5DBA3E-CAD7-F794-CBC4-7AC017EF1C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5539AA-A521-E707-973D-29DB6B0B0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821A4-453A-8E46-94E1-9E3119E5C54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1DC36B-19B3-43D1-B293-55B984428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7C93AA-CFE8-8356-677F-72894D946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575DC-22D1-5842-BF6F-9A655706C2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10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E4414-3565-86A6-4C17-5FBFA8988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82E554-2EB2-86F6-320A-88F17124B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821A4-453A-8E46-94E1-9E3119E5C54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AC3E41-CF45-7A9C-D4DE-9023FA17F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4F4B72-57ED-B9EE-0D37-59A2BB5CA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575DC-22D1-5842-BF6F-9A655706C2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85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BC6683-8EF2-125D-CFAA-D53F70B42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821A4-453A-8E46-94E1-9E3119E5C54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0367D3-F8CB-E9F6-D258-96A914AD6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FEC95D-7839-6594-E61B-20270221D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575DC-22D1-5842-BF6F-9A655706C2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253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2C93E-F0A9-EB7F-F840-A8BDF39D7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E1806-3F11-AC45-4B43-151903134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3B9574-4DBA-4782-2E12-B6A2892849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9172BD-2FE6-8422-02D1-5DC07988F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821A4-453A-8E46-94E1-9E3119E5C54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E08D59-8712-6B84-3934-4059487FF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61A51-E597-7220-77E3-6296553E0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575DC-22D1-5842-BF6F-9A655706C2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527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39FB8-039E-5341-97B3-2766512B8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040AE1-E14C-9C6B-2868-86AB795E54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227EDA-AD8C-1CA2-7A1B-C88F03980A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56BCE9-3280-588C-F5AC-F902D70B7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821A4-453A-8E46-94E1-9E3119E5C54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0BED10-EE0F-FE8A-4C40-8AB6976CF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0BA89B-53DF-064B-242F-92373C63E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575DC-22D1-5842-BF6F-9A655706C2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091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1E768-8E20-7A1A-8D2C-405403136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304080-5AB4-AAD3-A529-22CEFD72C7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14B9C-52F6-BD9F-EDC1-D58B09B84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821A4-453A-8E46-94E1-9E3119E5C54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8B1BEA-CAA9-783F-1B72-FF7290ACF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C4D867-CF75-A83C-F6FE-A2A95965D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575DC-22D1-5842-BF6F-9A655706C2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021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2CD8CA-6153-F7AC-DD4A-9D8BDB659D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8444C9-B9FB-FF10-7FAB-8F2F2AD24F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33CE1F-33E7-7998-7672-8ED1D1714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821A4-453A-8E46-94E1-9E3119E5C54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2A4B5-F1D4-1852-7A12-E592AF490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427E8-BAA3-E344-BA4A-42D78B4B7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575DC-22D1-5842-BF6F-9A655706C2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359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DAC645-4D3F-0502-B0D3-46D3C641F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36584-19F8-C838-A00F-CB2D5202CC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20AE9D-F82C-E515-97DD-BD8C6A98FA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6821A4-453A-8E46-94E1-9E3119E5C54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6BCFE-ED7F-AA77-A366-07791679CB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14402-95F5-92CD-5CBE-8184778791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6575DC-22D1-5842-BF6F-9A655706C2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139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171B2-0700-E9B4-90BE-23C34580C0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2C4C66-CD54-3539-E217-57A01380C6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F006F6-8295-4915-C85F-0DCEA8C95C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7069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70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1F3C1-4CA9-97F8-F4C9-5FABC24C0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D8786DD-E3A0-EC6B-9F13-4D4BAB6548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04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150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C0992-77A9-C03D-163F-C5A1150CB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F9993AC-CA8D-13EA-6A31-AFE80AAF5F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7222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957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45B98-1380-F172-C0DF-0158727B9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EC56DE9-7226-FE37-19CC-D38681484F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93600" cy="6923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565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DC4FE-ECAE-426E-B734-84153A765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1795375-2C84-F363-34CF-8788E65D2C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039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8429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2330A-2F9B-C809-7665-F3D1D2D15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B97411F-A42B-6938-8563-2F34D3C315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7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194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5A895-15A4-760D-FB90-4F0B06978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9B21A4F-6D2C-E61F-1B42-F519D7CCB3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075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0683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D2A14-F256-D3C5-7F65-890B8DF44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65EFDA1-0ACE-70E7-F9A8-F7F7C4A52C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7264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141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Karl Pei</dc:creator>
  <cp:lastModifiedBy>Karl Pei</cp:lastModifiedBy>
  <cp:revision>1</cp:revision>
  <dcterms:created xsi:type="dcterms:W3CDTF">2026-07-25T13:36:28Z</dcterms:created>
  <dcterms:modified xsi:type="dcterms:W3CDTF">2026-07-25T13:40:15Z</dcterms:modified>
</cp:coreProperties>
</file>